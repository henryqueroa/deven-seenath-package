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LIVE MASTERCLASS  ·  FOR CREATORS STUCK $0-$10K/MO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METHOD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self-running YouTube empire that pays $10k-$30k/month.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Without showing your face, being </a:t>
            </a:r>
            <a:pPr indent="0" marL="0">
              <a:buNone/>
            </a:pPr>
            <a:r>
              <a:rPr lang="en-US" sz="1700" i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'creative'</a:t>
            </a:r>
            <a:pPr indent="0" marL="0">
              <a:buNone/>
            </a:pPr>
            <a:r>
              <a:rPr lang="en-US" sz="17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or guessing what the algorithm wants.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12700">
            <a:solidFill>
              <a:srgbClr val="2246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DEVEN SEENATH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5595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Founder, Source of Wealth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your channel is stuck, you're in the right room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56432" cy="3291840"/>
          </a:xfrm>
          <a:prstGeom prst="roundRect">
            <a:avLst>
              <a:gd name="adj" fmla="val 25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videos die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907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200 to 2,000 views, and never break out.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4256" y="2103120"/>
            <a:ext cx="3456432" cy="3291840"/>
          </a:xfrm>
          <a:prstGeom prst="roundRect">
            <a:avLst>
              <a:gd name="adj" fmla="val 25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08576" y="324612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stay off camera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08576" y="4114800"/>
            <a:ext cx="2907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every guru treats that like a death sentence.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19872" y="2103120"/>
            <a:ext cx="3456432" cy="3291840"/>
          </a:xfrm>
          <a:prstGeom prst="roundRect">
            <a:avLst>
              <a:gd name="adj" fmla="val 25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4192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94192" y="3246120"/>
            <a:ext cx="2907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seen 30+ gurus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94192" y="4114800"/>
            <a:ext cx="2907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five tips about thumbnails and hooks. You're burned out.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 OPERATOR in the chat if you're tired of being told to 'just be consistent'.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things, in 90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594360" cy="59436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78608"/>
            <a:ext cx="374904" cy="3749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9572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hidden signal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77840" y="239572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number YouTube actually scores your channel 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794760"/>
            <a:ext cx="594360" cy="59436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90448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72160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levers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577840" y="372160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moves that score. The same 3 behind 1.5B views a month.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5120640"/>
            <a:ext cx="594360" cy="59436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230368"/>
            <a:ext cx="374904" cy="374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5047488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$10k to $30k/mo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5577840" y="5047488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operators turn the levers into real income, with no face.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76" y="155448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83464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Stay to the end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194560" y="3703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I'm closing with a live Q&amp;A and the one move you can make this week. The people who stay get it. The people who leave early don't.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didn't start with 36 channels. I started stuck.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383280"/>
          </a:xfrm>
          <a:prstGeom prst="roundRect">
            <a:avLst>
              <a:gd name="adj" fmla="val 2432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0" y="2240280"/>
            <a:ext cx="5394960" cy="3383280"/>
          </a:xfrm>
          <a:prstGeom prst="roundRect">
            <a:avLst>
              <a:gd name="adj" fmla="val 2432"/>
            </a:avLst>
          </a:prstGeom>
          <a:solidFill>
            <a:srgbClr val="0E2236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532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CREATOR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Posts and hopes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Tries to 'be creative'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Chases the algorithm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Grinds one channel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Watches videos die at a few hundred views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532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310896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Feeds the score on purpose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a repeatable format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Knows what the algorithm rewards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Runs a portfolio of channels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Gets pushed, paid, and compounds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YouTube isn't grading your creativity. It's scoring your channel.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isn't theory. It's a system.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377440"/>
            <a:ext cx="2606040" cy="73152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36+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channels operated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23774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2377440"/>
            <a:ext cx="2606040" cy="73152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25B+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lifetime views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3774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2377440"/>
            <a:ext cx="2606040" cy="73152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1.5-2B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views / month now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237744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35440" y="2377440"/>
            <a:ext cx="2606040" cy="73152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2880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$110K+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372600" y="39319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/mo AdSense at peak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Featured via Wedbush and The Tradable. But forget the press. Watch the system.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REAL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not a content problem. It's a score problem.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post. It dies. So you post more. It still dies.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Everyone tells you to be consistent and be creative. That advice is exactly why you're stuck.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uploads do nothing if your Trust Score is low. You're just feeding the algorithm more low-scored content.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589520" y="2286000"/>
            <a:ext cx="4023360" cy="3108960"/>
          </a:xfrm>
          <a:prstGeom prst="roundRect">
            <a:avLst>
              <a:gd name="adj" fmla="val 2647"/>
            </a:avLst>
          </a:prstGeom>
          <a:solidFill>
            <a:srgbClr val="0E2236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30K VIEW JAIL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301752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plateau where the algorithm just stops pushing you. Most channels die here.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0" y="434340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Josh was stuck here. Fixed his score. Monetized in 8 weeks.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UNLEARN THIS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4 lies stuck creators believe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LIE:  </a:t>
            </a:r>
            <a:pPr indent="0" marL="0">
              <a:buNone/>
            </a:pPr>
            <a:r>
              <a:rPr lang="en-US" sz="1450" strike="sngStrike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be creative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2971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be an operator.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17920" y="21945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054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4505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LIE:  </a:t>
            </a:r>
            <a:pPr indent="0" marL="0">
              <a:buNone/>
            </a:pPr>
            <a:r>
              <a:rPr lang="en-US" sz="1450" strike="sngStrike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show your face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132320" y="2971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Faceless is the default here.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997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LIE:  </a:t>
            </a:r>
            <a:pPr indent="0" marL="0">
              <a:buNone/>
            </a:pPr>
            <a:r>
              <a:rPr lang="en-US" sz="1450" strike="sngStrike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uploads fix it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463040" y="4846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if your score is low.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6217920" y="40690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799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32320" y="43251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LIE:  </a:t>
            </a:r>
            <a:pPr indent="0" marL="0">
              <a:buNone/>
            </a:pPr>
            <a:r>
              <a:rPr lang="en-US" sz="1450" strike="sngStrike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algorithm is random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132320" y="48463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It's a scoring machine. It can be fed.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OTHER SIDE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one channel you grind. A portfolio.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Channels that run on a system.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pay you while you sleep.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don't need your face.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compound across a network.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what an operator builds. Let's get into the mechanism.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MECHANISM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D6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Creators try to beat the algorithm. Operators feed its scoring system on purpose, every upload, the same way.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MOVES THE SCORE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levers. That's the whole game.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60320"/>
            <a:ext cx="822960" cy="82296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7706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3858768"/>
            <a:ext cx="28163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Engagement Velocity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4590288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fast a video earns clicks and watch time in the first window.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4256" y="219456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54296" y="2560320"/>
            <a:ext cx="822960" cy="82296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77063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4296" y="356616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 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54296" y="3858768"/>
            <a:ext cx="28163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Loops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54296" y="4590288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Whether people keep watching, and watch the next one.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19872" y="219456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39912" y="2560320"/>
            <a:ext cx="822960" cy="82296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77063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39912" y="3566160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 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439912" y="3858768"/>
            <a:ext cx="28163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Brand-Safe Delivery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39912" y="4590288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the algorithm trusts to monetize and recommend.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 1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Engagement Velocity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05840" cy="100584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7589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402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algorithm decides fast. The first hour tells YouTube to push you or bury you.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6949440" cy="2468880"/>
          </a:xfrm>
          <a:prstGeom prst="roundRect">
            <a:avLst>
              <a:gd name="adj" fmla="val 333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OPERATORS RUN 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Packaging built for the first click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Seeding the first wave of watch time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and thumbnail logic that earns the click without killing retention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0" y="3383280"/>
            <a:ext cx="3931920" cy="2468880"/>
          </a:xfrm>
          <a:prstGeom prst="roundRect">
            <a:avLst>
              <a:gd name="adj" fmla="val 3333"/>
            </a:avLst>
          </a:prstGeom>
          <a:solidFill>
            <a:srgbClr val="0E2236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97764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lever that breaks 30k view jail. We fixed Josh's velocity setup. Monetized in 8 weeks.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 2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 Loops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05840" cy="100584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7589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402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 gets the push. Retention keeps it, and feeds the next video.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6949440" cy="2468880"/>
          </a:xfrm>
          <a:prstGeom prst="roundRect">
            <a:avLst>
              <a:gd name="adj" fmla="val 333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OPERATORS RUN 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 each video so the next one is the obvious next click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a catalog that chains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 one viewer into a session, not a single view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0" y="3383280"/>
            <a:ext cx="3931920" cy="2468880"/>
          </a:xfrm>
          <a:prstGeom prst="roundRect">
            <a:avLst>
              <a:gd name="adj" fmla="val 3333"/>
            </a:avLst>
          </a:prstGeom>
          <a:solidFill>
            <a:srgbClr val="0E2236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97764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Loops compound across a portfolio. That's how a network gets past 1.5 billion views a month.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LEVER 3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Brand-Safe Delivery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424160" y="502920"/>
            <a:ext cx="1005840" cy="100584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2" y="7589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4028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 the one that lets you do it faceless and without being 'creative'.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6949440" cy="2468880"/>
          </a:xfrm>
          <a:prstGeom prst="roundRect">
            <a:avLst>
              <a:gd name="adj" fmla="val 333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OPERATORS RUN 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repeatable production format any operator or VA can run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Scripted so it doesn't depend on one person being interesting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Clean, consistent, no risk flags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0" y="3383280"/>
            <a:ext cx="3931920" cy="2468880"/>
          </a:xfrm>
          <a:prstGeom prst="roundRect">
            <a:avLst>
              <a:gd name="adj" fmla="val 3333"/>
            </a:avLst>
          </a:prstGeom>
          <a:solidFill>
            <a:srgbClr val="0E2236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95528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977640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operate the format. You don't perform. This is what makes it a system instead of a job.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CONNECTS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086600" y="3200400"/>
            <a:ext cx="1600200" cy="1143000"/>
          </a:xfrm>
          <a:prstGeom prst="line">
            <a:avLst/>
          </a:prstGeom>
          <a:noFill/>
          <a:ln w="38100">
            <a:solidFill>
              <a:srgbClr val="3EA8F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818120" y="4800600"/>
            <a:ext cx="-3383280" cy="0"/>
          </a:xfrm>
          <a:prstGeom prst="line">
            <a:avLst/>
          </a:prstGeom>
          <a:noFill/>
          <a:ln w="38100">
            <a:solidFill>
              <a:srgbClr val="3EA8F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200400" y="4343400"/>
            <a:ext cx="1691640" cy="-1143000"/>
          </a:xfrm>
          <a:prstGeom prst="line">
            <a:avLst/>
          </a:prstGeom>
          <a:noFill/>
          <a:ln w="38100">
            <a:solidFill>
              <a:srgbClr val="3EA8F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73168" y="22860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293E"/>
          </a:solidFill>
          <a:ln w="19050">
            <a:solidFill>
              <a:srgbClr val="3EA8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22860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863840" y="43434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293E"/>
          </a:solidFill>
          <a:ln w="19050">
            <a:solidFill>
              <a:srgbClr val="3EA8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Retention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673352" y="43434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2293E"/>
          </a:solidFill>
          <a:ln w="19050">
            <a:solidFill>
              <a:srgbClr val="3EA8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73352" y="43434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Brand-Safe Delivery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58978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 feeds retention. Retention feeds your score. Your score feeds velocity again. That's the machine.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HONEST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Could you run this alone? Yes. Here's where people break it.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5117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317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 but no retention, so videos pop then die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6557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2461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channel instead of a portfolio, so nothing compounds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548640" y="41605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7997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1605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Burning out trying to be the talent instead of the operator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29437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50749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full year testing what we already know works across 36 channels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isn't secret anymore. The execution is where the year goes. Hold that thought.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RECEIPTS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31089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lives. Same system.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OPERATORS. REAL NUMBERS.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These aren't testimonials. They're scores fed correctly.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73152" cy="155448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13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 to $10k/mo in 5 weeks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27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 working full-time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148840"/>
            <a:ext cx="73152" cy="155448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13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 to $10k/mo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227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full-time job and a family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148840"/>
            <a:ext cx="73152" cy="155448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134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Lewis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51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 to $35k/mo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32278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scaled the network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04488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04488"/>
            <a:ext cx="73152" cy="155448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69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074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$20k/mo at 18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started young, ran the system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0" y="3904488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904488"/>
            <a:ext cx="73152" cy="155448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069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4074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Left his sales job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0" y="4983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 he hit $10k/mo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46720" y="3904488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3904488"/>
            <a:ext cx="73152" cy="155448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069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1040" y="440740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of 30k view jail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21040" y="4983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monetized in 8 weeks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 KNOW YOU'VE BEEN BURNED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look at the spread.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Different ages. Different starting points. One system.</a:t>
            </a:r>
            <a:endParaRPr lang="en-US" sz="26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not luck. That's a score being fed correctly, on purpose, every time.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You've got the whole mechanism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700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signal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0" y="237744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 Score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8130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520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3 levers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2000" y="352044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Velocity. Retention. Brand-safe delivery.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6634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5604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663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loop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572000" y="4663440"/>
            <a:ext cx="6766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they compound across a portfolio.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HONEST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mechanism is simple. The execution is the year.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332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don't have yet:</a:t>
            </a:r>
            <a:endParaRPr lang="en-US" sz="20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Which packaging moves velocity in your niche. How to build loops without guessing. How to spin up channels two through ten without breaking what's working.</a:t>
            </a:r>
            <a:endParaRPr lang="en-US" sz="20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mechanism is simple. The execution is where people lose 12 months alone.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SKIP THE YEAR OF TESTING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301752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Source of Wealth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Mentorship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46634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a course you watch and forget. Guided implementation of the exact Trust Score system, with my team on it with you.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YOU GET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system, the team, and the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116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playbook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0" y="20116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velocity, retention, and brand-safe system, step by step.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5292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990088"/>
            <a:ext cx="457200" cy="45720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0815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85292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Coaching from me and my team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86400" y="285292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your setup is off, someone who's done it 36 times fixes it in a day.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69417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831336"/>
            <a:ext cx="457200" cy="45720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2277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694176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 toolset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486400" y="3694176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Virlo.ai, Niche Finder, and Ninja Chat. Tools do the work, not your imagination.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53542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640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535424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portfolio blueprint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86400" y="4535424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 from one channel to a network, so your income compounds.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537667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5513832"/>
            <a:ext cx="457200" cy="457200"/>
          </a:xfrm>
          <a:prstGeom prst="ellipse">
            <a:avLst/>
          </a:prstGeom>
          <a:solidFill>
            <a:srgbClr val="081320"/>
          </a:solidFill>
          <a:ln w="12700">
            <a:solidFill>
              <a:srgbClr val="3EA8F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60527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37667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operator community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486400" y="5376672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next to people doing it, not alone in your bedroom.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HONEST MATH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isn't expensive. Doing it alone for a year is.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COST OF STAYING STUCK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754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Another year of uploads the algorithm won't push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months of testing alone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Watching others scale past you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17920" y="237744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0E2236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377440"/>
            <a:ext cx="5394960" cy="73152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RETURN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2461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channel at $10k/month pays for this many times over.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4663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discuss the investment on the call.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THIS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There's no buy button. It's application only.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56432" cy="2926080"/>
          </a:xfrm>
          <a:prstGeom prst="roundRect">
            <a:avLst>
              <a:gd name="adj" fmla="val 281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Click the link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907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Below this presentation, right now.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4256" y="2194560"/>
            <a:ext cx="3456432" cy="2926080"/>
          </a:xfrm>
          <a:prstGeom prst="roundRect">
            <a:avLst>
              <a:gd name="adj" fmla="val 281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8576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08576" y="33375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a few questions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3977640"/>
            <a:ext cx="2907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we know it's a fit. We take a limited number per cohort.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19872" y="2194560"/>
            <a:ext cx="3456432" cy="2926080"/>
          </a:xfrm>
          <a:prstGeom prst="roundRect">
            <a:avLst>
              <a:gd name="adj" fmla="val 281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94192" y="24688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94192" y="33375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 your call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94192" y="3977640"/>
            <a:ext cx="2907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map your channel and show you exactly where your score is leaking. Including the investment.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cohort cap is real. When it's full, applications close until the next one.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QUESTIONS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Q&amp;A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YOU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things you're already thinking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 don't have time”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Alex did this with a job and a family. You operate a system a few hours a week.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1945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“I'm not creative”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9443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Good. It's a scoring engine you operate, not a creativity contest.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297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 don't want to be on camera”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48188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Perfect. Faceless is the default. You never show your face.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40690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2293E"/>
          </a:solidFill>
          <a:ln w="12700">
            <a:solidFill>
              <a:srgbClr val="22466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42976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“I've been burned before”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48188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That's why it's application only. We only take people it'll work for.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41248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3035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90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786384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now know more than 99% of creators grinding right now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learned the signal.  The 3 levers.  The loop.</a:t>
            </a:r>
            <a:endParaRPr lang="en-US" sz="26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2600" dirty="0">
                <a:solidFill>
                  <a:srgbClr val="C2D6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system behind a network doing over 1.5 billion views a month.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Picture 6 months out. Not one channel you're babysitting. A portfolio that pays you, on a system, without your face.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NEXT MOVE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Apply. Book the call.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Worst case, you have a call and learn exactly where your channel's score is leaking.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0690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0961E5"/>
          </a:solidFill>
          <a:ln w="12700">
            <a:solidFill>
              <a:srgbClr val="3EA8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40690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APPLY NOW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cohort cap is real. The link closes when it's full.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A8F6"/>
          </a:solidFill>
          <a:ln w="12700">
            <a:solidFill>
              <a:srgbClr val="3EA8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737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creators will close this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post another video the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93AEC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algorithm won't push.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37490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few of you will become operators.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4572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A8F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 one of the few.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Deven Seenath  ·  Source of Wealth  ·  contact@devenseenath.com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81320"/>
          </a:solidFill>
          <a:ln w="12700">
            <a:solidFill>
              <a:srgbClr val="0813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28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 OF WEALTH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616952" y="65288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5E7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TRUST SCORE METHOD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Trust Score Method</dc:title>
  <dc:subject>PptxGenJS Presentation</dc:subject>
  <dc:creator>Henryque Roa / Zytrom</dc:creator>
  <cp:lastModifiedBy>Henryque Roa / Zytrom</cp:lastModifiedBy>
  <cp:revision>1</cp:revision>
  <dcterms:created xsi:type="dcterms:W3CDTF">2026-06-07T02:34:57Z</dcterms:created>
  <dcterms:modified xsi:type="dcterms:W3CDTF">2026-06-07T02:34:57Z</dcterms:modified>
</cp:coreProperties>
</file>